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91fe5af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91fe5af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91fe5af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91fe5af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b91fe5af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b91fe5af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b91fe5af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b91fe5af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91fe5af6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91fe5af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91fe5a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91fe5a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91fe5af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91fe5af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-2535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Hotdog a </a:t>
            </a:r>
            <a:r>
              <a:rPr lang="en"/>
              <a:t>Sandwich?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35957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By: Christina, Abby, Cece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Motivation</a:t>
            </a:r>
            <a:endParaRPr u="sng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Hotdogs are an </a:t>
            </a:r>
            <a:r>
              <a:rPr lang="en">
                <a:solidFill>
                  <a:schemeClr val="dk1"/>
                </a:solidFill>
              </a:rPr>
              <a:t>extremely</a:t>
            </a:r>
            <a:r>
              <a:rPr lang="en">
                <a:solidFill>
                  <a:schemeClr val="dk1"/>
                </a:solidFill>
              </a:rPr>
              <a:t> common food item, especially among young college undergrads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has created the long lasting debate of “is a hotdog a sandwich?”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question is known to cause large fights between family and friends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goal of this project is to find the correct answer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Hypothesis</a:t>
            </a:r>
            <a:endParaRPr u="sng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211541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Less than half of full-time UVA undergraduate students believe that a hot dog is a sandwich.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Data</a:t>
            </a:r>
            <a:endParaRPr u="sng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99981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Responses: 79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Columns: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Timestamp (timestamp), Full-time Undergraduate UVA Student (binary), Year (ordinal), Hotdog a Sandwich Question (binary)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Yes (18), No (58)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from form: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00722"/>
            <a:ext cx="9144001" cy="1584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Analysis Plan</a:t>
            </a:r>
            <a:endParaRPr u="sng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Cleaning data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Filtering to only full-time undergrad uva students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EDA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Pie charts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Bar graphs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Data analysis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Chi squared analysis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Conclusions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We have evidence to support the </a:t>
            </a:r>
            <a:r>
              <a:rPr lang="en">
                <a:solidFill>
                  <a:schemeClr val="dk1"/>
                </a:solidFill>
              </a:rPr>
              <a:t>hypothesis.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Results/findings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90825" y="1078650"/>
            <a:ext cx="5234400" cy="3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survey results show that 23.7% (less than half) of full time UVA undergraduate students responded they believe a hot dog is a sandwich.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 chi-squared test showed that there is no significant difference in response by year of student.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8350" y="0"/>
            <a:ext cx="2814850" cy="297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7450" y="2811575"/>
            <a:ext cx="3126550" cy="2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r>
              <a:rPr lang="en"/>
              <a:t> of Data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Limited questions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Missing 1st years response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Small sample size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Uneven distribution of years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Explore other </a:t>
            </a:r>
            <a:r>
              <a:rPr lang="en">
                <a:solidFill>
                  <a:schemeClr val="dk1"/>
                </a:solidFill>
              </a:rPr>
              <a:t>demographics</a:t>
            </a:r>
            <a:r>
              <a:rPr lang="en">
                <a:solidFill>
                  <a:schemeClr val="dk1"/>
                </a:solidFill>
              </a:rPr>
              <a:t> for potential differences in answers to hotdog question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major, school, in state vs. out of state vs. international, dietary restrictions, etc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statistical testing to strengthen findings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